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70D99-788B-4B79-8C96-8636946E9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689A74-FF59-4E0E-BA77-14F1FE4E5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C27341-7C62-449B-9524-D507D1FE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748E46-ADC7-4F28-91FE-456A935A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4B47A1-0B73-49A0-9838-D38E2D93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51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1758E-11B5-439C-AC37-9EE7C0D0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485E6B-C588-43C6-821C-D68216FD9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7BF2BE-79BA-499E-8EB3-F4A8B26F8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1C6BAB-2067-4F71-A3B3-0A7ACDF5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36140E-849E-4A70-A1A3-5A8D5FA1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185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0D4C7-0112-490E-ACCF-7AB91638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1AC40B-13E0-4944-8F93-886015312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DEFCF1-CB6A-44D5-AC84-EE9D2F8E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E2B5AD-8C20-42AF-B191-2B9C9F7A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FABA92-A222-4D2E-816D-4CD2399A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48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FB945-39E3-4DD8-8756-883340F22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3A9F49-BE30-4A3B-953F-11A45C26B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CB616D-BE93-4012-BC95-C2DC0F15D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3344CD-4BF8-42E0-9899-DA0CA794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BEA773-C055-48A0-A268-84E3665A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9D722D-CF85-4F7C-9DEA-75AEAEAE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358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5D5C2-78A2-4FA3-BB63-1B53E408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C5C954-AE28-4C86-A371-A75474C85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9C0EF8-35B1-45C0-81A4-A4411513D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EB7FE06-B362-4D02-AA1A-FE9374493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AD8CE8-B5B1-4841-B178-73B247606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B679B8-92D2-4DFC-BE88-CB4A319D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C2A90C-1A4F-4236-9A70-92B33DF7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8EDE35-CDA6-45D8-BF15-32B025EC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64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71ADB-5E0C-45F8-A591-DC060296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6C0D69-8ACE-4188-8420-1E16DC0A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1767E1-69FF-448A-B3CD-E9322AAB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59F9DCA-B81B-443D-B12F-9695F029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5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F4564EC-A899-4906-988D-7311326A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A8DBD2-99FE-4396-B0D0-17CB4972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A7E8E6-58E0-4167-B81B-724226125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008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9AF4C-A6BF-4CF8-B020-CBD671447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ACEE08-5AC4-467E-B974-7B37DA1D6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770002-BB67-47A4-91A1-891715728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673631-23EE-483E-81FB-A8FA6E39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44F0C2-CDB3-4E76-ABAD-624BAB7F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9500C2-CD85-4312-95CC-5281D94F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18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168D5-B19E-459A-AB03-21129E8E0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FF894C-97A7-4CAB-9909-9E8375F55E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44DEB3-A8A4-4F5E-AD7B-450BC4E3F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2103B3-5158-4523-8DFF-EDE75FF2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C9468F-7DD4-4074-BECF-D081E11D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115E44-3622-47ED-9977-73191AA82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26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02018-A49C-4F6F-90EC-EDED43F6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192C34-4995-48AE-A01C-D5391B04F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1A66E6-265D-4E6E-B5F6-A6008749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C08FD-A91B-411B-9152-82F8269A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BF73E6-1360-4DEC-B285-EF2940D5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20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82E36BD-B575-482C-8C66-C0CD95557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F53918-732E-427D-B43A-6CAE58234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0F29FE-4CC3-413F-A85B-CB13E81E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5B60CA-131B-41A1-8825-44FCA308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9DA2EC-41C4-4490-A7C3-7DCFD62B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70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1CBB77-CF1E-428E-BE41-75659943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EAED00-F0C4-4862-A9DF-05C369640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9CE00E-B259-4D7E-BCF2-E46BF283F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7C940-DDB8-456C-86BA-DF5A81A056C6}" type="datetimeFigureOut">
              <a:rPr lang="pt-BR" smtClean="0"/>
              <a:t>13/06/2025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96611F-19DF-47FC-9FB6-7A6A7BEA74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E998F6-00E8-40E9-9904-CF40D92CF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FEBAD-651C-4221-B798-19555B77B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67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49A2B-D891-4165-AB1D-3AFB538A3F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Brasil, </a:t>
            </a:r>
            <a:r>
              <a:rPr lang="pt-BR"/>
              <a:t>meu Brasil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5E12D-A716-4EE6-A7AB-C9E38799C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9811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Brasil, meu Brasil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Brasil, meu Brasil</dc:title>
  <dc:creator>Fernando Alves Cunha</dc:creator>
  <cp:lastModifiedBy>Fernando Alves Cunha</cp:lastModifiedBy>
  <cp:revision>1</cp:revision>
  <dcterms:created xsi:type="dcterms:W3CDTF">2025-06-13T19:28:33Z</dcterms:created>
  <dcterms:modified xsi:type="dcterms:W3CDTF">2025-06-13T19:28:52Z</dcterms:modified>
</cp:coreProperties>
</file>